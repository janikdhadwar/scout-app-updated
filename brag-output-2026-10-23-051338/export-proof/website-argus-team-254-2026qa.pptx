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2026qa_qm1</c:v>
                  </c:pt>
                  <c:pt idx="1">
                    <c:v>2026qa_qm3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2026qa_qm1</c:v>
                  </c:pt>
                  <c:pt idx="1">
                    <c:v>2026qa_qm2</c:v>
                  </c:pt>
                  <c:pt idx="2">
                    <c:v>2026qa_qm3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2026qa_qm2</c:v>
                  </c:pt>
                  <c:pt idx="1">
                    <c:v>2026qa_qm3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qa-missing, demo-254-3,Latest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qa-missing, demo-254-3,Latest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2026-10-23T05:23:46.939Z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Cheesy Poofs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invitational / 4 reports / 3 linked matches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pit reports; pit observations are excluded from match performance.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Freshest report: 2026-10-18T12:20:00.000Z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legacy reports excluded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calculations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pieces: 3 pieces average / n=2 / range 1-5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pieces: 10.67 pieces average / n=3 / range 9-14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height: 2 levels average / n=2 / range 2-2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breakdown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metric phase mappings; no inferred 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 Autonomous pieces 3 pieces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Teleoperated: Teleoperated pieces 10.67 pieces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Endgame: Climb height 2 levels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trends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schedule order when available; otherwise report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pieces: 2026qa_qm1 1 -&gt; 2026qa_qm3 5. Population SD 2 (n=2).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pieces: 2026qa_qm1 9 -&gt; 2026qa_qm2 9 -&gt; 2026qa_qm3 14. Population 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2.36 (n=3).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height: 2026qa_qm2 2 -&gt; 2026qa_qm3 2. Population SD 0 (n=2).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 / pieces / n=2. Per-match medians; unlinked reports remain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separate. Sources: qa-zero, qa-duplicate,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 / pieces / n=3. Per-match medians; unlinked reports remain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separate. Sources: qa-zero, qa-duplicate, qa-missing,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 / levels / n=2. Per-match medians; unlinked reports remain separate.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qa-missing,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observations and evidence gaps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"Autonomous zero observed; completed eight teleoperated cycles."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[qa-zero]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"Second independent observation differs by two pieces."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[qa-duplicate]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"Synthetic demonstration observation." [demo-254-3]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"Autonomous count was not recorded." [qa-missing]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reports have no event link and are excluded from current-event metrics.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Scouting reports; official results remain separate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2026qa_qm1 / Match scouting / Scout A / 2026-10-18T12:10:00.000Z [qa-zero]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2026qa_qm1 / Match scouting / Scout B / 2026-10-18T12:10:00.000Z [qa-duplicate]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2026qa_qm3 / Match scouting / Scout A / 2026-10-18T12:10:00.000Z [demo-254-3]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2026qa_qm2 / Match scouting / Scout A / 2026-10-18T12:20:00.000Z [qa-missing]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review before alliance decisions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match coverage. 2 conflicting observations.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metrics have fewer than three samples.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same question and units across candidate teams.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robot capabilities with scouts; alliance role predictions are not calculated.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2026-10-23T05:23:46.939Z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ARGUS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254 scouting presentation</dc:title>
  <dc:subject>Demo invitational</dc:subject>
  <dc:creator>ARGUS</dc:creator>
  <cp:lastModifiedBy>ARGUS</cp:lastModifiedBy>
  <cp:revision>1</cp:revision>
  <dcterms:created xsi:type="dcterms:W3CDTF">2026-10-23T05:23:46Z</dcterms:created>
  <dcterms:modified xsi:type="dcterms:W3CDTF">2026-10-23T05:23:46Z</dcterms:modified>
</cp:coreProperties>
</file>